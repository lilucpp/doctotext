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F45208-89AD-4E9C-8F2A-EFC7C9AE99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B9962A-0659-418E-8B94-02309C0B2D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6E1A0A-EF92-49B1-BC28-1C57B974C9A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00B859-7044-4F7F-AD4B-16588646E82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测试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测试你好世界，你好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soeasy</a:t>
            </a: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！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扒拉扒拉小魔仙。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哈哈哈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图片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111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799200" y="1326600"/>
            <a:ext cx="8200440" cy="3114000"/>
          </a:xfrm>
          <a:prstGeom prst="rect">
            <a:avLst/>
          </a:prstGeom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720000" y="4680000"/>
            <a:ext cx="269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图片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  <a:ea typeface="DejaVu Sans"/>
              </a:rPr>
              <a:t>后面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-18720"/>
            <a:ext cx="9071280" cy="14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最好的自己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lilucpp develop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1498680" y="1620000"/>
            <a:ext cx="7010280" cy="328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Arial"/>
              </a:rPr>
              <a:t>表格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504000" y="1326600"/>
          <a:ext cx="9071280" cy="845280"/>
        </p:xfrm>
        <a:graphic>
          <a:graphicData uri="http://schemas.openxmlformats.org/drawingml/2006/table">
            <a:tbl>
              <a:tblPr/>
              <a:tblGrid>
                <a:gridCol w="1814040"/>
                <a:gridCol w="1814040"/>
                <a:gridCol w="1814040"/>
                <a:gridCol w="1814040"/>
                <a:gridCol w="1815480"/>
              </a:tblGrid>
              <a:tr h="4212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你好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12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世界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2026-10-30T13:08:44Z</dcterms:created>
  <dc:creator/>
  <dc:description/>
  <dc:language>zh-CN</dc:language>
  <cp:lastModifiedBy/>
  <dcterms:modified xsi:type="dcterms:W3CDTF">2026-10-30T14:40:08Z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